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IETF 126 HACKATHON   ·   18–19 JULY 2026   ·   VIENNA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1425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running verifier for heterogeneous credentials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9572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Credential Verifier &amp; Aggregator — identifies each credential, routes it to its verifier, normalizes every result into one schema, then returns a single disposition.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04672" y="3666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the credential set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17520" y="324612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83280" y="324612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7872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ROUTER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47872" y="3666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· route · verify · normalize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760720" y="324612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126480" y="324612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91072" y="3364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POLICY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91072" y="36667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degrade · step-up · deny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40740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 </a:t>
            </a:r>
            <a:pPr indent="0" marL="0">
              <a:buNone/>
            </a:pPr>
            <a:r>
              <a:rPr lang="en-US" sz="115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draft-jiang-wimse-heterogeneous-credential-01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presenter  </a:t>
            </a:r>
            <a:pPr indent="0" marL="0">
              <a:buNone/>
            </a:pPr>
            <a:r>
              <a:rPr lang="en-US" sz="1150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&lt;your name&gt;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4700016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github.com/The-Architect-3906/Heterogeneous-Credential-Verifier-and-Aggregator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5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Hackathon plan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7863840" cy="786384"/>
          </a:xfrm>
          <a:prstGeom prst="roundRect">
            <a:avLst>
              <a:gd name="adj" fmla="val 9302"/>
            </a:avLst>
          </a:prstGeom>
          <a:solidFill>
            <a:srgbClr val="EEF3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6128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68680" y="1399032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request carries many credentials of different types — different authorities, formats, verifiers, validity semantics. </a:t>
            </a:r>
            <a:pPr indent="0" marL="0">
              <a:buNone/>
            </a:pPr>
            <a:r>
              <a:rPr lang="en-US" sz="1300" b="1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standard way to process the set.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938528"/>
            <a:ext cx="384048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075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&amp; RFCs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68680" y="235000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425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draft-jiang-wimse-heterogeneous-credential-01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779776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receiving-side functions · status valid / invalid / indeterminate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63440" y="1938528"/>
            <a:ext cx="3840480" cy="1243584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20756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THIS HACKATHON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92040" y="2350008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Gateway + Credential Router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267004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route → verify → normalize → decide, end-to-end, no special hardware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0080" y="33467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build — the pipeline: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776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4672" y="4078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the credential set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017520" y="365760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3383280" y="365760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47872" y="3776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ROUTER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547872" y="4078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· route · verify · normalize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60720" y="3657600"/>
            <a:ext cx="365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57600"/>
            <a:ext cx="237744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5875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91072" y="3776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POLICY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1072" y="40782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degrade · step-up · deny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818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126 Hackathon  ·  Heterogeneous Credential Verifier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92440" y="48188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5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got done — ①  pick a bag, run it live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94360" y="1069848"/>
            <a:ext cx="7955280" cy="2661322"/>
          </a:xfrm>
          <a:prstGeom prst="roundRect">
            <a:avLst>
              <a:gd name="adj" fmla="val 17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pic>
        <p:nvPicPr>
          <p:cNvPr id="4" name="Image 0" descr="C:\Users\Architect117\AppData\Local\Temp\claude\C--Users-Architect117-Heterogeneous-Credential-Verifier-and-Aggregator--claude-worktrees-wonderful-ride-dc9987\bec2816e-37be-431f-887f-0cee765fc7ef\scratchpad\deck\img\01b-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5568"/>
            <a:ext cx="7863840" cy="256988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383175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real bag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640080" y="4106074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heterogeneous scenarios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633472" y="383175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types, one request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633472" y="4106074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· X.509 · DID/VC · VP · agent-card · home id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626864" y="383175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hard-coded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626864" y="4106074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credential verified live, real signatures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620256" y="383175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 of decisions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620256" y="4106074"/>
            <a:ext cx="1901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· reject · degrade · request-more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818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126 Hackathon  ·  Heterogeneous Credential Verifier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92440" y="48188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5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got done — ②  result normalization, the core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credentials in → one uniform Verification Result out (status ∈ valid / invalid / indeterminate).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8321040" cy="2592838"/>
          </a:xfrm>
          <a:prstGeom prst="roundRect">
            <a:avLst>
              <a:gd name="adj" fmla="val 176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pic>
        <p:nvPicPr>
          <p:cNvPr id="5" name="Image 0" descr="C:\Users\Architect117\AppData\Local\Temp\claude\C--Users-Architect117-Heterogeneous-Credential-Verifier-and-Aggregator--claude-worktrees-wonderful-ride-dc9987\bec2816e-37be-431f-887f-0cee765fc7ef\scratchpad\deck\img\03c-aggregate-ac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25013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01930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crypto: </a:t>
            </a:r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EdDSA · JWKS · X.509 · Bitstring Status List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</a:t>
            </a:r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tests, all green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</a:t>
            </a:r>
            <a:pPr algn="ctr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hot-pluggable verifiers, type-based failover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4818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126 Hackathon  ·  Heterogeneous Credential Verifier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92440" y="48188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5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learned · feedback to the WG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024128"/>
            <a:ext cx="7863840" cy="896112"/>
          </a:xfrm>
          <a:prstGeom prst="roundRect">
            <a:avLst>
              <a:gd name="adj" fmla="val 8163"/>
            </a:avLst>
          </a:prstGeom>
          <a:solidFill>
            <a:srgbClr val="FBF1DE"/>
          </a:solidFill>
          <a:ln w="12700">
            <a:solidFill>
              <a:srgbClr val="ECD9B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43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SET — concrete proposal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868680" y="1399032"/>
            <a:ext cx="7406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draft's decision model is minimal. A real verifier needs more — we run </a:t>
            </a:r>
            <a:pPr indent="0" marL="0">
              <a:buNone/>
            </a:pPr>
            <a:r>
              <a:rPr lang="en-US" sz="1250" b="1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Degrade · Step-up · Deny</a:t>
            </a:r>
            <a:pPr indent="0" marL="0">
              <a:buNone/>
            </a:pPr>
            <a:r>
              <a:rPr lang="en-US" sz="1250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granted-capabilities envelope and a typed status. We propose this richer decision + status set to WIMSE.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2487168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 ≠ valid is the rule that matters — a high-risk request with any indeterminate ⇒ non-allow (enforced).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decouples from primary authentication — home identity is one verifier among many.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mechanism, three placements (relying party / gateway / split) — the same code.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92040" y="2459736"/>
            <a:ext cx="3657600" cy="1090364"/>
          </a:xfrm>
          <a:prstGeom prst="roundRect">
            <a:avLst>
              <a:gd name="adj" fmla="val 419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pic>
        <p:nvPicPr>
          <p:cNvPr id="9" name="Image 0" descr="C:\Users\Architect117\AppData\Local\Temp\claude\C--Users-Architect117-Heterogeneous-Credential-Verifier-and-Aggregator--claude-worktrees-wonderful-ride-dc9987\bec2816e-37be-431f-887f-0cee765fc7ef\scratchpad\deck\img\04c-decision-degr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2505456"/>
            <a:ext cx="3566160" cy="99892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937760" y="36141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an unresolvable issuer DID → Indeterminate → degrade (read-only), not allow.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4937760" y="41148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→ </a:t>
            </a:r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the Verification Result schema + decision vocabulary; interop on the credential-type registry.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40080" y="4818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126 Hackathon  ·  Heterogeneous Credential Verifier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092440" y="48188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8229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5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 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verifier yourself — one click, all platforms, zero install.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4297680" cy="1325880"/>
          </a:xfrm>
          <a:prstGeom prst="roundRect">
            <a:avLst>
              <a:gd name="adj" fmla="val 5517"/>
            </a:avLst>
          </a:prstGeom>
          <a:solidFill>
            <a:srgbClr val="E9F6F3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83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68680" y="221284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5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tool2-demo-all-platforms.zip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Linux · macOS — gateway, router, verifiers, live console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120640" y="1737360"/>
            <a:ext cx="3383280" cy="1325880"/>
          </a:xfrm>
          <a:prstGeom prst="roundRect">
            <a:avLst>
              <a:gd name="adj" fmla="val 5517"/>
            </a:avLst>
          </a:prstGeom>
          <a:solidFill>
            <a:srgbClr val="EEF3F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94A3B8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21808" y="18836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DRAFT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321808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425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github.com/The-Architect-3906/Heterogeneous-Credential-Verifier-and-Aggregator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21808" y="2761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draft-jiang-wimse-heterogeneous-credential-01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40156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 </a:t>
            </a:r>
            <a:pPr indent="0" marL="0">
              <a:buNone/>
            </a:pPr>
            <a:r>
              <a:rPr lang="en-US" sz="1350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&lt;your name&gt;</a:t>
            </a:r>
            <a:pPr indent="0" marL="0">
              <a:buNone/>
            </a:pPr>
            <a:r>
              <a:rPr lang="en-US" sz="135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Happy to run the live demo.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13308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" y="4041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77824" y="4334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enumerate the set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37560" y="413308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3575304" y="4041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ROUTER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75304" y="4334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· route · verify · normalize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4133088"/>
            <a:ext cx="146304" cy="146304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40416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POLICY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72784" y="4334256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degrade · step-up · deny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481888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IETF 126 Hackathon  ·  Heterogeneous Credential Verifier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92440" y="481888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Heterogeneous Credential Verification — IETF 126 Hackathon</dc:title>
  <dc:subject>PptxGenJS Presentation</dc:subject>
  <dc:creator>WIMSE — heterogeneous credential</dc:creator>
  <cp:lastModifiedBy>WIMSE — heterogeneous credential</cp:lastModifiedBy>
  <cp:revision>1</cp:revision>
  <dcterms:created xsi:type="dcterms:W3CDTF">2026-06-30T13:18:31Z</dcterms:created>
  <dcterms:modified xsi:type="dcterms:W3CDTF">2026-06-30T13:18:31Z</dcterms:modified>
</cp:coreProperties>
</file>